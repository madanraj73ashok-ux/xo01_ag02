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EvidenceHire, PS02 Autonomous Talent-Acquisition Screening Agent. Team BOT BABY, Team ID XO01.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members, one clear layer each, so any of us can be questioned on our own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is not that matching is inaccurate. It is that a mention and a demonstration are treated as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 strength and evidence strength are modelled as separate things. That single decision is what the whole system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parsers feed one grader. Nothing downstream is allowed to treat a claim as proven until the grader has placed its evidence on the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genuine output from the engine, reproducible by running the test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 tests passing is verifiable on the spot. The negative cases are the interesting ones: Arduino must not satisfy ROS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would rather state the limit than have a judge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refusals. Most teams will not have thought about what their system should decline to infer.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X'O CODE 2026   ·   PS02   ·   AUTONOMOUS TALENT-ACQUISITION SCREENING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1031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EvidenceHire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just read what candidates claim.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what the evidence supports.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BOT BABY  ·  XO01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Manakula Vinayagar Institute of Technology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B6C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595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BOT BABY  ·  XO01  ·  Manakula Vinayagar Institute of Technology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57400"/>
            <a:ext cx="822960" cy="82296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17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Madanraj 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23TRL004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770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integration, GitHub checkpoints and final submission.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057400"/>
            <a:ext cx="822960" cy="82296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017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Ganisetti Veera Venkata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Satyanarayana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23TRL001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8770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Engine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extraction, terminology equivalence, evidence grading, requirement assessment.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057400"/>
            <a:ext cx="822960" cy="82296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017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24TR0028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8770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&amp; Demo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console, dataset authoring, demo scenario and documentation.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B6C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i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keyword matcher cannot tell</a:t>
            </a:r>
            <a:endParaRPr lang="en-US" sz="2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700" i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skill from</a:t>
            </a:r>
            <a:endParaRPr lang="en-US" sz="2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700" i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padded one.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resume says "Python" and the requisition says "Python", conventional screening counts it as a hit - whether the candidate shipped production systems or simply typed the word.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rewards resume padding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214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"expert in distributed systems" scores the same as someone who actually built 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92608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punishes honest phrasing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2186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ROS 2 navigation packages" may never use the requisition's exact keyword.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402336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broken requisitions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3159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demanded on a junior role produces a weak pool - and blames the applicants.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512064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no basis for a trade-off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413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opaque percentage cannot say where a candidate is strong and where they are not.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B6C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- EvidenceHire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595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"does the resume contain the keyword?" but "how well-supported is this claim before we trust it?"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20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ladder, E0 to E4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585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graded by where its support actually sits. A cover note carries zero weight - a candidate vouching for themselves is the claim, not evidence for it. Skills lists and coursework are weak; projects moderate; professional work strong.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00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equivalence that can also refuse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387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"Robot Operating System 2" is accepted as ROS 2 - no penalty for phrasing. Arduino is refused for ROS 2, with the reason stated. Four outcomes: exact, equivalent, related, none.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gaps instead of one opaque score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1888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is reported per requirement. "Unaddressed" is kept distinct from "addressed but not demonstrated", and every unmet required area is named in the summary.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241280" cy="731520"/>
          </a:xfrm>
          <a:prstGeom prst="roundRect">
            <a:avLst>
              <a:gd name="adj" fmla="val 10000"/>
            </a:avLst>
          </a:prstGeom>
          <a:solidFill>
            <a:srgbClr val="FBE7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5715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assessment states its chain in the same order:   claim  &gt;  evidence  &gt;  assessment  &gt;  confidence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B6C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pic>
        <p:nvPicPr>
          <p:cNvPr id="5" name="Image 0" descr="D:\_Projects\X'O CODE HACKATHON\evidencehire\doc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400" y="1417320"/>
            <a:ext cx="716889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- NOT A MOCKUP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candidate, judged two opposite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241280" cy="2148840"/>
          </a:xfrm>
          <a:prstGeom prst="roundRect">
            <a:avLst>
              <a:gd name="adj" fmla="val 3404"/>
            </a:avLst>
          </a:prstGeom>
          <a:solidFill>
            <a:srgbClr val="3A3F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A-07  Priya Raman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8DA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Deployment    claimed = expert        E1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B6C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OVERCLAIMED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8DA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 2               claimed = proficient    E4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9B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strength runs opposite to evidence strength. She overclaims cloud and underclaims robotics - a keyword matcher scores both as hits.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produced by the system: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 of 5 required areas strong; 1 below bar (Cloud Deployment); 1 unsupported claim flagged"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automated tests cover this behaviour, including the negative cases.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B6C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595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was made so the demo cannot fail on the 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130552"/>
            <a:ext cx="365760" cy="128016"/>
          </a:xfrm>
          <a:prstGeom prst="roundRect">
            <a:avLst>
              <a:gd name="adj" fmla="val 21429"/>
            </a:avLst>
          </a:prstGeom>
          <a:solidFill>
            <a:srgbClr val="EB6C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35000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25496"/>
            <a:ext cx="2779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deterministic and rules-first. No network call, no API quota, nothing that venue Wi-Fi can break. The LLM layer is optional and cached.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2130552"/>
            <a:ext cx="365760" cy="128016"/>
          </a:xfrm>
          <a:prstGeom prst="roundRect">
            <a:avLst>
              <a:gd name="adj" fmla="val 21429"/>
            </a:avLst>
          </a:prstGeom>
          <a:solidFill>
            <a:srgbClr val="EB6C3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235000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working, not planned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825496"/>
            <a:ext cx="2779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 modules built and 42 tests passing. Requisition conflict detection, claim extraction, equivalence, evidence grading and requirement assessment all run today.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2130552"/>
            <a:ext cx="365760" cy="128016"/>
          </a:xfrm>
          <a:prstGeom prst="roundRect">
            <a:avLst>
              <a:gd name="adj" fmla="val 21429"/>
            </a:avLst>
          </a:prstGeom>
          <a:solidFill>
            <a:srgbClr val="EB6C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19872" y="235000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dependencies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2825496"/>
            <a:ext cx="2779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training, no OAuth approval wait, no paid infrastructure, no database to provision. Python and Streamlit only.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29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 decision traces to a rule and a quoted source span - which is what makes the output auditable rather than a black box, and what lets any team member explain any part of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B6C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are data, not code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214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equivalence map is a curated data structure. Supporting a new domain means adding entries, not rewriting matching logic.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80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 sources plug into one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1868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reads section-weighted evidence. Adding external sources - repositories, portfolios, publications - extends the evidence set without touching assessment or reporting.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BE7DC"/>
          </a:solidFill>
          <a:ln w="15875">
            <a:solidFill>
              <a:srgbClr val="EB6C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77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analysis scales with the pool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159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 and trade-off ranking are aggregate reads over per-candidate assessments, so 12 applications and 1,200 use the same path.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3F1EE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5257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today it is single-user and in-memory, sized for the hackathon. Production would need durable storage and per-organisation evidence weighting - named as future work, not claimed as done.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build, and what we refuse 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3A3F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NOW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43200"/>
            <a:ext cx="2743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grading E0-E4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equivalence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assessment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conflict detection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console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3A3F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B6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743200"/>
            <a:ext cx="2743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shortlisting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Talent-pool gap detection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Within-document timeline checks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comparison 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3A3F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743200"/>
            <a:ext cx="2743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AI-authorship detection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protected-trait inference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evidence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accusations - only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"requires verification"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hiring decision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8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column is a design position, not a missing feature. A screening system that cannot be held to account should not be trusted with a hiring decision - so ours does not make one.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80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B6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  Team BOT BABY  -  EvidenceHire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Manakula Vinayagar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EvidenceHire - PS02</dc:title>
  <dc:subject>PptxGenJS Presentation</dc:subject>
  <dc:creator>Team BOT BABY</dc:creator>
  <cp:lastModifiedBy>Team BOT BABY</cp:lastModifiedBy>
  <cp:revision>1</cp:revision>
  <dcterms:created xsi:type="dcterms:W3CDTF">2026-09-09T08:30:25Z</dcterms:created>
  <dcterms:modified xsi:type="dcterms:W3CDTF">2026-09-09T08:30:25Z</dcterms:modified>
</cp:coreProperties>
</file>